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  <p:sldMasterId id="2147483792" r:id="rId2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1.xml"/><Relationship Id="rId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836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0166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52075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7105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17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22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640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789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8815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71260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712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rgbClr val="262626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09425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450737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70400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41867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80775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154429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536592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287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014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932860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018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8813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F7D75BEF-0405-45CE-80A0-4C669147FEF0}" type="datetimeFigureOut">
              <a:rPr kumimoji="1" lang="ja-JP" altLang="en-US" smtClean="0"/>
              <a:t>2025/7/31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5064CCED-A991-47CA-9A28-19E5B7AC96C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98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kumimoji="1"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itchFamily="34" charset="0"/>
        <a:buChar char=" 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472" indent="-3429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000" indent="-228600" algn="l" defTabSz="914400" rtl="0" eaLnBrk="1" latinLnBrk="0" hangingPunct="1">
        <a:lnSpc>
          <a:spcPct val="85000"/>
        </a:lnSpc>
        <a:spcBef>
          <a:spcPts val="600"/>
        </a:spcBef>
        <a:buFont typeface="Arial" pitchFamily="34" charset="0"/>
        <a:buChar char=" "/>
        <a:defRPr kumimoji="1"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EE7E537-5F77-4BE6-A30F-8F889320F4EF}"/>
              </a:ext>
            </a:extLst>
          </p:cNvPr>
          <p:cNvSpPr txBox="1"/>
          <p:nvPr/>
        </p:nvSpPr>
        <p:spPr>
          <a:xfrm>
            <a:off x="84666" y="93134"/>
            <a:ext cx="46820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スライムディスタンス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01D77FF-B104-4E92-AB47-1A57676235AB}"/>
              </a:ext>
            </a:extLst>
          </p:cNvPr>
          <p:cNvSpPr txBox="1"/>
          <p:nvPr/>
        </p:nvSpPr>
        <p:spPr>
          <a:xfrm>
            <a:off x="84666" y="801020"/>
            <a:ext cx="182614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【</a:t>
            </a:r>
            <a:r>
              <a:rPr kumimoji="1" lang="ja-JP" altLang="en-US" sz="16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操作方法</a:t>
            </a:r>
            <a:r>
              <a:rPr kumimoji="1" lang="en-US" altLang="ja-JP" sz="16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】</a:t>
            </a:r>
          </a:p>
          <a:p>
            <a:r>
              <a:rPr kumimoji="1" lang="ja-JP" altLang="en-US" sz="16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</a:t>
            </a:r>
            <a:r>
              <a:rPr kumimoji="1" lang="en-US" altLang="ja-JP" sz="16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WSAD</a:t>
            </a:r>
            <a:r>
              <a:rPr kumimoji="1" lang="ja-JP" altLang="en-US" sz="16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キーで移動</a:t>
            </a:r>
            <a:endParaRPr kumimoji="1" lang="en-US" altLang="ja-JP" sz="1600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sz="1600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マウスで視点操作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4934221-ED94-43F5-9763-1F5E2B3BF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7468" y="1852469"/>
            <a:ext cx="2743583" cy="31151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ACF891D-C1E5-4C18-B594-5B5D0FC04DF9}"/>
              </a:ext>
            </a:extLst>
          </p:cNvPr>
          <p:cNvSpPr txBox="1"/>
          <p:nvPr/>
        </p:nvSpPr>
        <p:spPr>
          <a:xfrm>
            <a:off x="9123602" y="154689"/>
            <a:ext cx="228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【</a:t>
            </a:r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ゴール</a:t>
            </a:r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】</a:t>
            </a: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マップのどこかに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あるゴールを探そう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 ふれたらクリア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(</a:t>
            </a:r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下記画像</a:t>
            </a:r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)</a:t>
            </a:r>
            <a:endParaRPr kumimoji="1" lang="ja-JP" altLang="en-US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D1AD07D-BA7F-4343-9BBB-CB317CE59875}"/>
              </a:ext>
            </a:extLst>
          </p:cNvPr>
          <p:cNvSpPr txBox="1"/>
          <p:nvPr/>
        </p:nvSpPr>
        <p:spPr>
          <a:xfrm>
            <a:off x="129694" y="1598900"/>
            <a:ext cx="427232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【</a:t>
            </a:r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概要</a:t>
            </a:r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】</a:t>
            </a: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マップ内には数多くのスライムがいる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距離を置いて隠れているゴールを探すのが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主なプレイ内容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タイトルには３つの難易度がある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Easy	HP</a:t>
            </a:r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；１００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Normal	HP</a:t>
            </a:r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：５０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Hard	HP</a:t>
            </a:r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：１０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スライムにあたると</a:t>
            </a:r>
            <a:r>
              <a:rPr kumimoji="1" lang="en-US" altLang="ja-JP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HP</a:t>
            </a:r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が１０減り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０になるとゲームオーバー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1FCC887-1422-4DC4-9497-EA49B4CAC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325" y="714860"/>
            <a:ext cx="4071685" cy="22752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446ED3-FF40-4196-8AD7-CEFB5A213D82}"/>
              </a:ext>
            </a:extLst>
          </p:cNvPr>
          <p:cNvSpPr txBox="1"/>
          <p:nvPr/>
        </p:nvSpPr>
        <p:spPr>
          <a:xfrm>
            <a:off x="4766733" y="0"/>
            <a:ext cx="4108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マップ内にはお花と木がたくさんあり</a:t>
            </a:r>
            <a:endParaRPr kumimoji="1" lang="en-US" altLang="ja-JP" dirty="0">
              <a:solidFill>
                <a:schemeClr val="bg1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ゴールがみえずらい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F9B66C2-C302-4E5F-87D0-1D5C10086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325" y="3077559"/>
            <a:ext cx="790685" cy="46679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32281C48-59C0-4715-A68C-BA1B3427CF50}"/>
              </a:ext>
            </a:extLst>
          </p:cNvPr>
          <p:cNvSpPr txBox="1"/>
          <p:nvPr/>
        </p:nvSpPr>
        <p:spPr>
          <a:xfrm>
            <a:off x="5752061" y="3091308"/>
            <a:ext cx="18614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HP</a:t>
            </a:r>
            <a:r>
              <a:rPr kumimoji="1" lang="ja-JP" altLang="en-US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表示は左下！</a:t>
            </a:r>
          </a:p>
        </p:txBody>
      </p:sp>
      <p:pic>
        <p:nvPicPr>
          <p:cNvPr id="16" name="図 15">
            <a:extLst>
              <a:ext uri="{FF2B5EF4-FFF2-40B4-BE49-F238E27FC236}">
                <a16:creationId xmlns:a16="http://schemas.microsoft.com/office/drawing/2014/main" id="{14404CA3-1B3F-4EB3-A98A-EBE677C87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712" y="5145843"/>
            <a:ext cx="3124636" cy="13908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C5E45F16-0F6B-4EA8-A732-81C5830ADB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325" y="3667823"/>
            <a:ext cx="3454176" cy="171858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BA2353DF-FD2D-4EA8-ADE4-6586948F2AEA}"/>
              </a:ext>
            </a:extLst>
          </p:cNvPr>
          <p:cNvSpPr txBox="1"/>
          <p:nvPr/>
        </p:nvSpPr>
        <p:spPr>
          <a:xfrm>
            <a:off x="4806425" y="5509877"/>
            <a:ext cx="36599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【</a:t>
            </a:r>
            <a:r>
              <a:rPr kumimoji="1" lang="ja-JP" altLang="en-US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ゲームオーバー</a:t>
            </a:r>
            <a:r>
              <a:rPr kumimoji="1" lang="en-US" altLang="ja-JP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】</a:t>
            </a:r>
          </a:p>
          <a:p>
            <a:endParaRPr kumimoji="1" lang="en-US" altLang="ja-JP" dirty="0">
              <a:solidFill>
                <a:schemeClr val="bg1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RETRY</a:t>
            </a:r>
            <a:r>
              <a:rPr kumimoji="1" lang="ja-JP" altLang="en-US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　左のスライムをクリック</a:t>
            </a:r>
            <a:endParaRPr kumimoji="1" lang="en-US" altLang="ja-JP" dirty="0">
              <a:solidFill>
                <a:schemeClr val="bg1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r>
              <a:rPr kumimoji="1" lang="en-US" altLang="ja-JP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TITLE	</a:t>
            </a:r>
            <a:r>
              <a:rPr kumimoji="1" lang="ja-JP" altLang="en-US" dirty="0">
                <a:solidFill>
                  <a:schemeClr val="bg1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右のスライムをクリック</a:t>
            </a:r>
            <a:endParaRPr kumimoji="1" lang="en-US" altLang="ja-JP" dirty="0">
              <a:solidFill>
                <a:schemeClr val="bg1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2C57B34-A24E-407D-95EB-7F40E8562802}"/>
              </a:ext>
            </a:extLst>
          </p:cNvPr>
          <p:cNvSpPr txBox="1"/>
          <p:nvPr/>
        </p:nvSpPr>
        <p:spPr>
          <a:xfrm>
            <a:off x="9593801" y="5019555"/>
            <a:ext cx="2286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お花と同じサイズ感</a:t>
            </a:r>
            <a:endParaRPr kumimoji="1" lang="en-US" altLang="ja-JP" dirty="0">
              <a:solidFill>
                <a:schemeClr val="bg1"/>
              </a:solidFill>
              <a:latin typeface="HGP創英角ﾎﾟｯﾌﾟ体" panose="040B0A00000000000000" pitchFamily="50" charset="-128"/>
              <a:ea typeface="HGP創英角ﾎﾟｯﾌﾟ体" panose="040B0A00000000000000" pitchFamily="50" charset="-128"/>
            </a:endParaRPr>
          </a:p>
          <a:p>
            <a:r>
              <a:rPr kumimoji="1" lang="ja-JP" altLang="en-US" dirty="0">
                <a:solidFill>
                  <a:schemeClr val="bg1"/>
                </a:solidFill>
                <a:latin typeface="HGP創英角ﾎﾟｯﾌﾟ体" panose="040B0A00000000000000" pitchFamily="50" charset="-128"/>
                <a:ea typeface="HGP創英角ﾎﾟｯﾌﾟ体" panose="040B0A00000000000000" pitchFamily="50" charset="-128"/>
              </a:rPr>
              <a:t>小さい！</a:t>
            </a:r>
          </a:p>
        </p:txBody>
      </p:sp>
    </p:spTree>
    <p:extLst>
      <p:ext uri="{BB962C8B-B14F-4D97-AF65-F5344CB8AC3E}">
        <p14:creationId xmlns:p14="http://schemas.microsoft.com/office/powerpoint/2010/main" val="2691323603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メトロポリタン">
  <a:themeElements>
    <a:clrScheme name="メトロポリタン">
      <a:dk1>
        <a:sysClr val="windowText" lastClr="000000"/>
      </a:dk1>
      <a:lt1>
        <a:sysClr val="window" lastClr="FFFFFF"/>
      </a:lt1>
      <a:dk2>
        <a:srgbClr val="471101"/>
      </a:dk2>
      <a:lt2>
        <a:srgbClr val="E7E8E2"/>
      </a:lt2>
      <a:accent1>
        <a:srgbClr val="A6B727"/>
      </a:accent1>
      <a:accent2>
        <a:srgbClr val="F04304"/>
      </a:accent2>
      <a:accent3>
        <a:srgbClr val="EF8606"/>
      </a:accent3>
      <a:accent4>
        <a:srgbClr val="F2C100"/>
      </a:accent4>
      <a:accent5>
        <a:srgbClr val="A65001"/>
      </a:accent5>
      <a:accent6>
        <a:srgbClr val="BA9585"/>
      </a:accent6>
      <a:hlink>
        <a:srgbClr val="00B0F0"/>
      </a:hlink>
      <a:folHlink>
        <a:srgbClr val="7F7F7F"/>
      </a:folHlink>
    </a:clrScheme>
    <a:fontScheme name="メトロポリタン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メトロポリタン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A8A2BB7-7C5E-4EB2-B1F1-CFFF0F57E77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</TotalTime>
  <Words>136</Words>
  <Application>Microsoft Office PowerPoint</Application>
  <PresentationFormat>ワイド画面</PresentationFormat>
  <Paragraphs>30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HGP創英角ﾎﾟｯﾌﾟ体</vt:lpstr>
      <vt:lpstr>HGS創英角ﾎﾟｯﾌﾟ体</vt:lpstr>
      <vt:lpstr>Arial</vt:lpstr>
      <vt:lpstr>Calibri</vt:lpstr>
      <vt:lpstr>Calibri Light</vt:lpstr>
      <vt:lpstr>Wingdings 2</vt:lpstr>
      <vt:lpstr>HDOfficeLightV0</vt:lpstr>
      <vt:lpstr>メトロポリタン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student</dc:creator>
  <cp:lastModifiedBy>student</cp:lastModifiedBy>
  <cp:revision>11</cp:revision>
  <dcterms:created xsi:type="dcterms:W3CDTF">2025-07-30T03:35:56Z</dcterms:created>
  <dcterms:modified xsi:type="dcterms:W3CDTF">2025-07-31T05:17:42Z</dcterms:modified>
</cp:coreProperties>
</file>